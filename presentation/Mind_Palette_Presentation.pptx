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FFFFFF">
                  <a:lumMod val="5000"/>
                  <a:lumOff val="95000"/>
                </a:srgbClr>
              </a:gs>
              <a:gs pos="100000">
                <a:srgbClr val="F8F9FF">
                  <a:lumMod val="10000"/>
                  <a:lumOff val="90000"/>
                </a:srgbClr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371600" cy="457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0" y="6400800"/>
            <a:ext cx="365760" cy="365760"/>
          </a:xfrm>
          <a:prstGeom prst="roundRect">
            <a:avLst/>
          </a:prstGeom>
          <a:solidFill>
            <a:srgbClr val="764B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>
                <a:solidFill>
                  <a:srgbClr val="667EEA"/>
                </a:solidFill>
                <a:latin typeface="Arial"/>
              </a:rPr>
              <a:t>Mind Palette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200">
                <a:solidFill>
                  <a:srgbClr val="764BA2"/>
                </a:solidFill>
                <a:latin typeface="Arial"/>
              </a:rPr>
              <a:t>색채를 통해 나를 이해하는 감정 리플렉션 도구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347472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>
                <a:solidFill>
                  <a:srgbClr val="666666"/>
                </a:solidFill>
                <a:latin typeface="Arial"/>
              </a:rPr>
              <a:t>33색 팔레트로 기록하는 나의 감정 여정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572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</a:pPr>
            <a:r>
              <a:rPr sz="1800">
                <a:solidFill>
                  <a:srgbClr val="444444"/>
                </a:solidFill>
                <a:latin typeface="Arial"/>
              </a:rPr>
              <a:t>👥 팀원: 5명 (PM, 디자이너, 개발자, AI/데이터, 발표)</a:t>
            </a:r>
          </a:p>
          <a:p>
            <a:pPr algn="ctr">
              <a:spcBef>
                <a:spcPts val="800"/>
              </a:spcBef>
            </a:pPr>
            <a:r>
              <a:rPr sz="1800">
                <a:solidFill>
                  <a:srgbClr val="444444"/>
                </a:solidFill>
                <a:latin typeface="Arial"/>
              </a:rPr>
              <a:t>⏱️ 개발 기간: 1주 MVP 집중 개발</a:t>
            </a:r>
          </a:p>
          <a:p>
            <a:pPr algn="ctr">
              <a:spcBef>
                <a:spcPts val="800"/>
              </a:spcBef>
            </a:pPr>
            <a:r>
              <a:rPr sz="1800">
                <a:solidFill>
                  <a:srgbClr val="444444"/>
                </a:solidFill>
                <a:latin typeface="Arial"/>
              </a:rPr>
              <a:t>🎯 목표: 컬러 기반 감정 트래킹 앱 완성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FFFFFF">
                  <a:lumMod val="5000"/>
                  <a:lumOff val="95000"/>
                </a:srgbClr>
              </a:gs>
              <a:gs pos="100000">
                <a:srgbClr val="FFF8FB">
                  <a:lumMod val="10000"/>
                  <a:lumOff val="90000"/>
                </a:srgbClr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371600" cy="457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667EEA"/>
                </a:solidFill>
                <a:latin typeface="Arial"/>
              </a:rPr>
              <a:t>감정을 기록하고 표현하는 어려움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rgbClr val="764BA2"/>
                </a:solidFill>
                <a:latin typeface="Arial"/>
              </a:rPr>
              <a:t>현재의 문제점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0312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800">
                <a:solidFill>
                  <a:srgbClr val="333333"/>
                </a:solidFill>
                <a:latin typeface="Arial"/>
              </a:rPr>
              <a:t>💭 단순 텍스트로는 표현하기 어려운 복잡한 감정의 기록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333333"/>
                </a:solidFill>
                <a:latin typeface="Arial"/>
              </a:rPr>
              <a:t>📊 감정의 변화 패턴을 체계적으로 파악하기 어려움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333333"/>
                </a:solidFill>
                <a:latin typeface="Arial"/>
              </a:rPr>
              <a:t>💔 감정 기록의 지속성 부족으로 중단되는 경우가 많음</a:t>
            </a:r>
          </a:p>
          <a:p>
            <a:pPr>
              <a:spcBef>
                <a:spcPts val="1200"/>
              </a:spcBef>
            </a:pPr>
            <a:r>
              <a:rPr sz="1800">
                <a:solidFill>
                  <a:srgbClr val="333333"/>
                </a:solidFill>
                <a:latin typeface="Arial"/>
              </a:rPr>
              <a:t>🎨 자신의 감정 상태를 시각적으로 인식하고 공유할 수 있는 도구 부족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5029200"/>
            <a:ext cx="6400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67EEA"/>
                </a:solidFill>
              </a:rPr>
              <a:t>타겟 사용자</a:t>
            </a:r>
          </a:p>
          <a:p>
            <a:pPr>
              <a:spcBef>
                <a:spcPts val="800"/>
              </a:spcBef>
            </a:pPr>
            <a:r>
              <a:rPr sz="1600">
                <a:solidFill>
                  <a:srgbClr val="444444"/>
                </a:solidFill>
              </a:rPr>
              <a:t>감정을 기록하고 싶은 모든 사람, 자기 이해를 원하는 사람, 감정 패턴을 발견하고 싶은 사람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FFFFFF">
                  <a:lumMod val="5000"/>
                  <a:lumOff val="95000"/>
                </a:srgbClr>
              </a:gs>
              <a:gs pos="100000">
                <a:srgbClr val="F8F9FF">
                  <a:lumMod val="10000"/>
                  <a:lumOff val="90000"/>
                </a:srgbClr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371600" cy="457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667EEA"/>
                </a:solidFill>
                <a:latin typeface="Arial"/>
              </a:rPr>
              <a:t>Mind Palette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09728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400">
                <a:solidFill>
                  <a:srgbClr val="764BA2"/>
                </a:solidFill>
                <a:latin typeface="Arial"/>
              </a:rPr>
              <a:t>컬러 기반 감정 트래킹 솔루션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700">
                <a:solidFill>
                  <a:srgbClr val="333333"/>
                </a:solidFill>
                <a:latin typeface="Arial"/>
              </a:rPr>
              <a:t>🎨 33색 팔레트로 직관적인 감정 표현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333333"/>
                </a:solidFill>
                <a:latin typeface="Arial"/>
              </a:rPr>
              <a:t>📅 캘린더 뷰로 시간에 따른 감정 패턴 시각화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333333"/>
                </a:solidFill>
                <a:latin typeface="Arial"/>
              </a:rPr>
              <a:t>📊 기간별 감정 분석 및 인사이트 제공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333333"/>
                </a:solidFill>
                <a:latin typeface="Arial"/>
              </a:rPr>
              <a:t>💾 LocalStorage 기반 안전한 데이터 저장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333333"/>
                </a:solidFill>
                <a:latin typeface="Arial"/>
              </a:rPr>
              <a:t>📸 공유용 감정 팔레트 이미지 자동 생성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67EEA"/>
                </a:solidFill>
              </a:rPr>
              <a:t>핵심 가치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44444"/>
                </a:solidFill>
              </a:rPr>
              <a:t>✨ 색상 선택만으로 쉽고 빠른 감정 기록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44444"/>
                </a:solidFill>
              </a:rPr>
              <a:t>🎯 개인 맞춤형 감정 팔레트 생성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44444"/>
                </a:solidFill>
              </a:rPr>
              <a:t>🔒 로컬 저장으로 개인정보 보호 완벽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FFFFFF">
                  <a:lumMod val="5000"/>
                  <a:lumOff val="95000"/>
                </a:srgbClr>
              </a:gs>
              <a:gs pos="100000">
                <a:srgbClr val="FFF8FB">
                  <a:lumMod val="10000"/>
                  <a:lumOff val="90000"/>
                </a:srgbClr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371600" cy="457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667EEA"/>
                </a:solidFill>
                <a:latin typeface="Arial"/>
              </a:rPr>
              <a:t>Mind Palette 사용 방법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6400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400">
                <a:solidFill>
                  <a:srgbClr val="764BA2"/>
                </a:solidFill>
                <a:latin typeface="Arial"/>
              </a:rPr>
              <a:t>일기 작성 프로세스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011680"/>
            <a:ext cx="6400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</a:pPr>
            <a:r>
              <a:rPr sz="1700">
                <a:solidFill>
                  <a:srgbClr val="333333"/>
                </a:solidFill>
                <a:latin typeface="Arial"/>
              </a:rPr>
              <a:t>1️⃣ 33색 팔레트에서 지금 가장 끌리는 컬러 선택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333333"/>
                </a:solidFill>
                <a:latin typeface="Arial"/>
              </a:rPr>
              <a:t>2️⃣ 감정 선택 (21가지) + 강도 조절 (1-5)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333333"/>
                </a:solidFill>
                <a:latin typeface="Arial"/>
              </a:rPr>
              <a:t>3️⃣ 오늘의 에피소드를 자유롭게 기록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333333"/>
                </a:solidFill>
                <a:latin typeface="Arial"/>
              </a:rPr>
              <a:t>4️⃣ 날씨와 날씨에 대한 느낌 선택</a:t>
            </a:r>
          </a:p>
          <a:p>
            <a:pPr>
              <a:spcBef>
                <a:spcPts val="1200"/>
              </a:spcBef>
            </a:pPr>
            <a:r>
              <a:rPr sz="1700">
                <a:solidFill>
                  <a:srgbClr val="333333"/>
                </a:solidFill>
                <a:latin typeface="Arial"/>
              </a:rPr>
              <a:t>5️⃣ 저장 후 캘린더에서 색상으로 확인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572000"/>
            <a:ext cx="6400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667EEA"/>
                </a:solidFill>
              </a:rPr>
              <a:t>추가 기능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44444"/>
                </a:solidFill>
              </a:rPr>
              <a:t>📊 감정 분석: 1주/1개월/3개월 단위 감정 패턴 분석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44444"/>
                </a:solidFill>
              </a:rPr>
              <a:t>📸 공유 이미지: 월간 감정 팔레트 이미지 자동 생성</a:t>
            </a:r>
          </a:p>
          <a:p>
            <a:pPr>
              <a:spcBef>
                <a:spcPts val="600"/>
              </a:spcBef>
            </a:pPr>
            <a:r>
              <a:rPr sz="1500">
                <a:solidFill>
                  <a:srgbClr val="444444"/>
                </a:solidFill>
              </a:rPr>
              <a:t>💾 데이터 내보내기: CSV 파일로 전체 데이터 백업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gradFill rotWithShape="1">
            <a:gsLst>
              <a:gs pos="0">
                <a:srgbClr val="FFFFFF">
                  <a:lumMod val="5000"/>
                  <a:lumOff val="95000"/>
                </a:srgbClr>
              </a:gs>
              <a:gs pos="100000">
                <a:srgbClr val="F8F9FF">
                  <a:lumMod val="10000"/>
                  <a:lumOff val="90000"/>
                </a:srgbClr>
              </a:gs>
            </a:gsLst>
            <a:lin scaled="0" ang="189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371600" cy="45720"/>
          </a:xfrm>
          <a:prstGeom prst="round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>
                <a:solidFill>
                  <a:srgbClr val="667EEA"/>
                </a:solidFill>
                <a:latin typeface="Arial"/>
              </a:rPr>
              <a:t>Mind Palette가 만들어내는 가치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667EEA"/>
                </a:solidFill>
              </a:rPr>
              <a:t>사용자 가치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44444"/>
                </a:solidFill>
              </a:rPr>
              <a:t>🎨 직관적인 색상 선택으로 쉬운 감정 기록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44444"/>
                </a:solidFill>
              </a:rPr>
              <a:t>📊 시간에 따른 감정 패턴의 시각적 발견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44444"/>
                </a:solidFill>
              </a:rPr>
              <a:t>💭 자신의 감정에 대한 깊은 이해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44444"/>
                </a:solidFill>
              </a:rPr>
              <a:t>📱 언제 어디서나 간편한 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764BA2"/>
                </a:solidFill>
              </a:rPr>
              <a:t>기술적 특징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44444"/>
                </a:solidFill>
              </a:rPr>
              <a:t>⚡ React + Vite 기반 빠른 로딩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44444"/>
                </a:solidFill>
              </a:rPr>
              <a:t>💾 LocalStorage 완전 오프라인 지원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44444"/>
                </a:solidFill>
              </a:rPr>
              <a:t>🎨 반응형 디자인 (모바일 최적화)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444444"/>
                </a:solidFill>
              </a:rPr>
              <a:t>🔒 개인정보 보호 (서버 전송 없음)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667EEA"/>
                </a:solidFill>
              </a:rPr>
              <a:t>개발 성과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44"/>
                </a:solidFill>
              </a:rPr>
              <a:t>1주일 MVP 완성, React 기반 모던 UI, 감정 분석 기능 구현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657600"/>
            <a:ext cx="3657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764BA2"/>
                </a:solidFill>
              </a:rPr>
              <a:t>향후 계획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444444"/>
                </a:solidFill>
              </a:rPr>
              <a:t>PWA 지원, AI 분석 고도화, 모바일 앱, 클라우드 백업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48640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667EEA"/>
                </a:solidFill>
              </a:rPr>
              <a:t>색채로 기록하는 나의 감정 여정</a:t>
            </a:r>
          </a:p>
          <a:p>
            <a:pPr algn="ctr"/>
            <a:r>
              <a:rPr sz="2800" b="1">
                <a:solidFill>
                  <a:srgbClr val="764BA2"/>
                </a:solidFill>
              </a:rPr>
              <a:t>Mind Palette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